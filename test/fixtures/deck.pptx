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/Relationships>
</file>

<file path=ppt/slides/_rels/slide2.xml.rels><?xml version="1.0" encoding="UTF-8" standalone="yes"?><Relationships xmlns="http://schemas.openxmlformats.org/package/2006/relationships"><Relationship Id="rIdImage1" Type="http://schemas.openxmlformats.org/officeDocument/2006/relationships/image" Target="../media/slide2-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ext 2"/>
          <p:cNvSpPr/>
          <p:nvPr/>
        </p:nvSpPr>
        <p:spPr/>
        <p:txBody>
          <a:bodyPr/>
          <a:p>
            <a:r>
              <a:t>Slide 1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p>
            <a:r>
              <a:t>Body text of slide 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ext 2"/>
          <p:cNvSpPr/>
          <p:nvPr/>
        </p:nvSpPr>
        <p:spPr/>
        <p:txBody>
          <a:bodyPr/>
          <a:p>
            <a:r>
              <a:t>Slide 2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p>
            <a:r>
              <a:t>Body text of slide 2</a:t>
            </a:r>
          </a:p>
        </p:txBody>
      </p:sp>
      <p:pic>
        <p:nvPicPr>
          <p:cNvPr id="10" name="Picture 2.1"/>
          <p:cNvPicPr/>
          <p:nvPr/>
        </p:nvPicPr>
        <p:blipFill>
          <a:blip r:embed="rIdImage1"/>
        </p:blipFill>
        <p:spPr/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ext 2"/>
          <p:cNvSpPr/>
          <p:nvPr/>
        </p:nvSpPr>
        <p:spPr/>
        <p:txBody>
          <a:bodyPr/>
          <a:p>
            <a:r>
              <a:t>Slide 3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p>
            <a:r>
              <a:t>Body text of slide 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ext 2"/>
          <p:cNvSpPr/>
          <p:nvPr/>
        </p:nvSpPr>
        <p:spPr/>
        <p:txBody>
          <a:bodyPr/>
          <a:p>
            <a:r>
              <a:t>Slide 4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p>
            <a:r>
              <a:t>Body text of slide 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ext 2"/>
          <p:cNvSpPr/>
          <p:nvPr/>
        </p:nvSpPr>
        <p:spPr/>
        <p:txBody>
          <a:bodyPr/>
          <a:p>
            <a:r>
              <a:t>Slide 5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p>
            <a:r>
              <a:t>Body text of slide 5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ext 2"/>
          <p:cNvSpPr/>
          <p:nvPr/>
        </p:nvSpPr>
        <p:spPr/>
        <p:txBody>
          <a:bodyPr/>
          <a:p>
            <a:r>
              <a:t>Slide 6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p>
            <a:r>
              <a:t>Body text of slide 6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ext 2"/>
          <p:cNvSpPr/>
          <p:nvPr/>
        </p:nvSpPr>
        <p:spPr/>
        <p:txBody>
          <a:bodyPr/>
          <a:p>
            <a:r>
              <a:t>Slide 7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p>
            <a:r>
              <a:t>Body text of slide 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ext 2"/>
          <p:cNvSpPr/>
          <p:nvPr/>
        </p:nvSpPr>
        <p:spPr/>
        <p:txBody>
          <a:bodyPr/>
          <a:p>
            <a:r>
              <a:t>Slide 8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p>
            <a:r>
              <a:t>Body text of slide 8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ext 2"/>
          <p:cNvSpPr/>
          <p:nvPr/>
        </p:nvSpPr>
        <p:spPr/>
        <p:txBody>
          <a:bodyPr/>
          <a:p>
            <a:r>
              <a:t>Slide 9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p>
            <a:r>
              <a:t>Body text of slide 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ext 2"/>
          <p:cNvSpPr/>
          <p:nvPr/>
        </p:nvSpPr>
        <p:spPr/>
        <p:txBody>
          <a:bodyPr/>
          <a:p>
            <a:r>
              <a:t>Slide 10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p>
            <a:r>
              <a:t>Body text of slide 10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ext 2"/>
          <p:cNvSpPr/>
          <p:nvPr/>
        </p:nvSpPr>
        <p:spPr/>
        <p:txBody>
          <a:bodyPr/>
          <a:p>
            <a:r>
              <a:t>Slide 11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p>
            <a:r>
              <a:t>Body text of slide 11</a:t>
            </a:r>
          </a:p>
        </p:txBody>
      </p:sp>
    </p:spTree>
  </p:cSld>
</p:sld>
</file>